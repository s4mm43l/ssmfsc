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s/modernComment_104_E07FF302.xml" ContentType="application/vnd.ms-powerpoint.comments+xml"/>
  <Override PartName="/ppt/comments/modernComment_105_530874AE.xml" ContentType="application/vnd.ms-powerpoint.comments+xml"/>
  <Override PartName="/ppt/comments/modernComment_106_8A6BB98E.xml" ContentType="application/vnd.ms-powerpoint.comments+xml"/>
  <Override PartName="/ppt/comments/modernComment_107_FF463DB1.xml" ContentType="application/vnd.ms-powerpoint.comments+xml"/>
  <Override PartName="/ppt/comments/modernComment_108_94E7E488.xml" ContentType="application/vnd.ms-powerpoint.comments+xml"/>
  <Override PartName="/ppt/comments/modernComment_109_56AC780E.xml" ContentType="application/vnd.ms-powerpoint.comments+xml"/>
  <Override PartName="/ppt/comments/modernComment_10D_5A6E5FF.xml" ContentType="application/vnd.ms-powerpoint.comments+xml"/>
  <Override PartName="/ppt/comments/modernComment_10E_9CE55B04.xml" ContentType="application/vnd.ms-powerpoint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4"/>
  </p:notesMasterIdLst>
  <p:sldIdLst>
    <p:sldId id="256" r:id="rId3"/>
    <p:sldId id="259" r:id="rId4"/>
    <p:sldId id="260" r:id="rId5"/>
    <p:sldId id="261" r:id="rId6"/>
    <p:sldId id="263" r:id="rId7"/>
    <p:sldId id="264" r:id="rId8"/>
    <p:sldId id="269" r:id="rId9"/>
    <p:sldId id="265" r:id="rId10"/>
    <p:sldId id="270" r:id="rId11"/>
    <p:sldId id="262" r:id="rId12"/>
    <p:sldId id="257" r:id="rId13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FCAE55-4346-095E-8DD4-CA10AEBF93EC}" name="Ľuboš Ovseník" initials="ĽO" userId="S::lubos.ovsenik@tuke.sk::929d34b2-cce9-4892-b181-92108408b32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A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1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comments/modernComment_10D_5A6E5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F7BA137-AAF4-40C3-9CE3-A2CFA6328C8A}" authorId="{41FCAE55-4346-095E-8DD4-CA10AEBF93EC}" created="2025-12-10T08:11:51.340">
    <pc:sldMkLst xmlns:pc="http://schemas.microsoft.com/office/powerpoint/2013/main/command">
      <pc:docMk/>
      <pc:sldMk cId="94823935" sldId="269"/>
    </pc:sldMkLst>
    <p188:txBody>
      <a:bodyPr/>
      <a:lstStyle/>
      <a:p>
        <a:r>
          <a:rPr lang="sk-SK"/>
          <a:t>Ukážka doterajších praktických výstupov vašej DP</a:t>
        </a:r>
      </a:p>
    </p188:txBody>
  </p188:cm>
</p188:cmLst>
</file>

<file path=ppt/comments/modernComment_10E_9CE55B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429DDBD-49DD-44DB-AC1F-7BA08CFA3186}" authorId="{41FCAE55-4346-095E-8DD4-CA10AEBF93EC}" created="2025-12-10T08:12:13.766">
    <pc:sldMkLst xmlns:pc="http://schemas.microsoft.com/office/powerpoint/2013/main/command">
      <pc:docMk/>
      <pc:sldMk cId="2632276740" sldId="270"/>
    </pc:sldMkLst>
    <p188:txBody>
      <a:bodyPr/>
      <a:lstStyle/>
      <a:p>
        <a:r>
          <a:rPr lang="sk-SK"/>
          <a:t>Ukážka doterajších praktických výstupov vašej DP</a:t>
        </a:r>
      </a:p>
    </p188:txBody>
  </p188:cm>
</p188:cmLst>
</file>

<file path=ppt/comments/modernComment_104_E07FF30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1DDB8B6-1B90-4994-8437-02210752E356}" authorId="{41FCAE55-4346-095E-8DD4-CA10AEBF93EC}" created="2025-12-10T08:08:54.4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66481666" sldId="260"/>
      <ac:spMk id="5" creationId="{CBF4B3E1-635F-FA16-1948-BAEA0F3981AE}"/>
      <ac:txMk cp="17" len="220">
        <ac:context len="485" hash="3027550951"/>
      </ac:txMk>
    </ac:txMkLst>
    <p188:pos x="10312948" y="607416"/>
    <p188:txBody>
      <a:bodyPr/>
      <a:lstStyle/>
      <a:p>
        <a:r>
          <a:rPr lang="sk-SK"/>
          <a:t>Sformulovať požiadavky pre vypracovanie teoretických podkladov ku vašej DP</a:t>
        </a:r>
      </a:p>
    </p188:txBody>
  </p188:cm>
  <p188:cm id="{0ADD702D-BE62-4D73-990C-E327A3C6D424}" authorId="{41FCAE55-4346-095E-8DD4-CA10AEBF93EC}" created="2025-12-10T08:09:14.84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66481666" sldId="260"/>
      <ac:spMk id="5" creationId="{CBF4B3E1-635F-FA16-1948-BAEA0F3981AE}"/>
      <ac:txMk cp="254" len="230">
        <ac:context len="485" hash="3027550951"/>
      </ac:txMk>
    </ac:txMkLst>
    <p188:pos x="8910868" y="2761336"/>
    <p188:txBody>
      <a:bodyPr/>
      <a:lstStyle/>
      <a:p>
        <a:r>
          <a:rPr lang="sk-SK"/>
          <a:t>Sformulovať požiadavky pre vypracovanie praktických výstupov vašej DP</a:t>
        </a:r>
      </a:p>
    </p188:txBody>
  </p188:cm>
</p188:cmLst>
</file>

<file path=ppt/comments/modernComment_105_530874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41A2E30-B224-4B17-83E5-18F3D96DF5B0}" authorId="{41FCAE55-4346-095E-8DD4-CA10AEBF93EC}" created="2025-12-10T08:09:43.94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93063086" sldId="261"/>
      <ac:spMk id="5" creationId="{49D19AEE-9C19-23FD-C08C-FDFCC67CC9F6}"/>
      <ac:txMk cp="17" len="177">
        <ac:context len="362" hash="3110869143"/>
      </ac:txMk>
    </ac:txMkLst>
    <p188:pos x="9806259" y="610191"/>
    <p188:txBody>
      <a:bodyPr/>
      <a:lstStyle/>
      <a:p>
        <a:r>
          <a:rPr lang="sk-SK"/>
          <a:t>Sformulovať čo ste spracovali z teoretických podkladov ku vašej DP</a:t>
        </a:r>
      </a:p>
    </p188:txBody>
  </p188:cm>
  <p188:cm id="{C1E71E92-BE29-4EF3-A680-10D1628ABCF8}" authorId="{41FCAE55-4346-095E-8DD4-CA10AEBF93EC}" created="2025-12-10T08:10:03.25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93063086" sldId="261"/>
      <ac:spMk id="5" creationId="{49D19AEE-9C19-23FD-C08C-FDFCC67CC9F6}"/>
      <ac:txMk cp="211" len="150">
        <ac:context len="362" hash="3110869143"/>
      </ac:txMk>
    </ac:txMkLst>
    <p188:pos x="7215459" y="2764111"/>
    <p188:txBody>
      <a:bodyPr/>
      <a:lstStyle/>
      <a:p>
        <a:r>
          <a:rPr lang="sk-SK"/>
          <a:t>Sformulovať čo ste spracovali z praktických výstupov vašej DP</a:t>
        </a:r>
      </a:p>
    </p188:txBody>
  </p188:cm>
</p188:cmLst>
</file>

<file path=ppt/comments/modernComment_106_8A6BB9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F5EEFEF-3BD0-4726-9D7E-517DE1DD29C8}" authorId="{41FCAE55-4346-095E-8DD4-CA10AEBF93EC}" created="2025-12-10T08:12:49.56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322315662" sldId="262"/>
      <ac:spMk id="5" creationId="{DCB244A2-9B7D-12BD-C304-3ACB3CA39DFC}"/>
      <ac:txMk cp="17" len="82">
        <ac:context len="278" hash="2835561062"/>
      </ac:txMk>
    </ac:txMkLst>
    <p188:pos x="10222820" y="605514"/>
    <p188:txBody>
      <a:bodyPr/>
      <a:lstStyle/>
      <a:p>
        <a:r>
          <a:rPr lang="sk-SK"/>
          <a:t>Definovať kroky potrebné k naplneniu a dokončeniu DP z teoretického hľadiska</a:t>
        </a:r>
      </a:p>
    </p188:txBody>
  </p188:cm>
  <p188:cm id="{5AF331D2-A931-443C-939E-82CA8A690C64}" authorId="{41FCAE55-4346-095E-8DD4-CA10AEBF93EC}" created="2025-12-10T08:13:06.41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322315662" sldId="262"/>
      <ac:spMk id="5" creationId="{DCB244A2-9B7D-12BD-C304-3ACB3CA39DFC}"/>
      <ac:txMk cp="116" len="161">
        <ac:context len="278" hash="2835561062"/>
      </ac:txMk>
    </ac:txMkLst>
    <p188:pos x="7875860" y="1855194"/>
    <p188:txBody>
      <a:bodyPr/>
      <a:lstStyle/>
      <a:p>
        <a:r>
          <a:rPr lang="sk-SK"/>
          <a:t>Definovať kroky potrebné k naplneniu a dokončeniu DP z praktického hľadiska</a:t>
        </a:r>
      </a:p>
    </p188:txBody>
  </p188:cm>
</p188:cmLst>
</file>

<file path=ppt/comments/modernComment_107_FF463DB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A8791EF-AEFF-4E99-82B4-ED091002C600}" authorId="{41FCAE55-4346-095E-8DD4-CA10AEBF93EC}" created="2025-12-10T08:10:55.76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82793393" sldId="263"/>
      <ac:spMk id="6" creationId="{584CF042-D595-AB7F-B5F4-1760B1EC54FB}"/>
      <ac:txMk cp="0" len="27">
        <ac:context len="28" hash="2118644743"/>
      </ac:txMk>
    </ac:txMkLst>
    <p188:pos x="6250259" y="296607"/>
    <p188:txBody>
      <a:bodyPr/>
      <a:lstStyle/>
      <a:p>
        <a:r>
          <a:rPr lang="sk-SK"/>
          <a:t>Ukážka teoretických východísk vašej DP</a:t>
        </a:r>
      </a:p>
    </p188:txBody>
  </p188:cm>
</p188:cmLst>
</file>

<file path=ppt/comments/modernComment_108_94E7E48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35902E1-1729-4B5E-B6FA-A926618F9AFD}" authorId="{41FCAE55-4346-095E-8DD4-CA10AEBF93EC}" created="2025-12-10T08:11:34.8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498225288" sldId="264"/>
      <ac:spMk id="6" creationId="{139403E8-8F49-2EE5-4EC5-2DC687A642E8}"/>
    </ac:deMkLst>
    <p188:txBody>
      <a:bodyPr/>
      <a:lstStyle/>
      <a:p>
        <a:r>
          <a:rPr lang="sk-SK"/>
          <a:t>Ukážka doterajších praktických výstupov vašej DP</a:t>
        </a:r>
      </a:p>
    </p188:txBody>
  </p188:cm>
</p188:cmLst>
</file>

<file path=ppt/comments/modernComment_109_56AC780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EB7AE47-75AC-4D2B-AB3C-1261A48CDF6F}" authorId="{41FCAE55-4346-095E-8DD4-CA10AEBF93EC}" created="2025-12-10T08:12:05.322">
    <pc:sldMkLst xmlns:pc="http://schemas.microsoft.com/office/powerpoint/2013/main/command">
      <pc:docMk/>
      <pc:sldMk cId="1454143502" sldId="265"/>
    </pc:sldMkLst>
    <p188:txBody>
      <a:bodyPr/>
      <a:lstStyle/>
      <a:p>
        <a:r>
          <a:rPr lang="sk-SK"/>
          <a:t>Ukážka doterajších praktických výstupov vašej DP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B6AA9-7975-354A-A998-04EF9469A609}" type="datetimeFigureOut">
              <a:rPr lang="sk-SK" smtClean="0"/>
              <a:t>10. 12. 2025</a:t>
            </a:fld>
            <a:endParaRPr lang="sk-S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E1512-5E53-DD4B-AFA2-A8661F5B2C6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66565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8F018F4-B38F-2E44-8A38-1A1EA2D36F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7911" y="2515053"/>
            <a:ext cx="9996178" cy="7071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k-SK" dirty="0"/>
              <a:t>NADPIS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B950876-6C55-6740-A374-92050844C5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7911" y="3222171"/>
            <a:ext cx="9996178" cy="138248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k-SK" dirty="0"/>
              <a:t>PODNADPIS PREZENTÁCIE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22810C69-3273-DA4A-BFEE-D5ABF84768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7911" y="5273027"/>
            <a:ext cx="9996178" cy="370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k-SK" dirty="0"/>
              <a:t>Meno a priezvisko školiteľa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B98B4246-0B6F-E640-B986-82EBEB4341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7911" y="5668238"/>
            <a:ext cx="9996178" cy="370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k-SK" dirty="0"/>
              <a:t>Názov katedry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264C7096-44EF-404A-906C-30A1AD23A7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911" y="6065702"/>
            <a:ext cx="9996178" cy="370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k-SK" dirty="0"/>
              <a:t>Dátum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4B563A-9AAE-364D-B0DF-550E6FFF9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7911" y="4875563"/>
            <a:ext cx="9996178" cy="370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k-SK" dirty="0"/>
              <a:t>Meno a priezvisko študenta</a:t>
            </a:r>
          </a:p>
        </p:txBody>
      </p:sp>
    </p:spTree>
    <p:extLst>
      <p:ext uri="{BB962C8B-B14F-4D97-AF65-F5344CB8AC3E}">
        <p14:creationId xmlns:p14="http://schemas.microsoft.com/office/powerpoint/2010/main" val="2907407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0FF04A3-785C-A946-9332-C2EAFE6328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7911" y="3222170"/>
            <a:ext cx="9996178" cy="15182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k-SK" dirty="0"/>
              <a:t>ĎAKUJEM ZA POZORNOSŤ</a:t>
            </a:r>
          </a:p>
        </p:txBody>
      </p:sp>
    </p:spTree>
    <p:extLst>
      <p:ext uri="{BB962C8B-B14F-4D97-AF65-F5344CB8AC3E}">
        <p14:creationId xmlns:p14="http://schemas.microsoft.com/office/powerpoint/2010/main" val="50445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D3D52A-DA18-3545-AAEE-E0081083CB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6220" y="1609366"/>
            <a:ext cx="10207580" cy="3876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algn="just"/>
            <a:r>
              <a:rPr lang="sk-SK" sz="1800" b="0" i="0" u="none" strike="noStrike" kern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Textové pole</a:t>
            </a:r>
            <a:endParaRPr lang="sk-SK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86E5B1-08FD-EA40-9D89-2A8FA0CD8C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221" y="871793"/>
            <a:ext cx="10207580" cy="6048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NADPIS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209807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D3D52A-DA18-3545-AAEE-E0081083CB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6220" y="1609366"/>
            <a:ext cx="5015094" cy="3876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algn="just"/>
            <a:r>
              <a:rPr lang="sk-SK" sz="1800" b="0" i="0" u="none" strike="noStrike" kern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Textové pole</a:t>
            </a:r>
            <a:endParaRPr lang="sk-SK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/>
            <a:endParaRPr lang="sk-SK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86E5B1-08FD-EA40-9D89-2A8FA0CD8C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221" y="871793"/>
            <a:ext cx="10207580" cy="6048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NADPIS</a:t>
            </a:r>
            <a:endParaRPr lang="sk-SK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E56B732E-6592-2F4F-891F-A80D5BE263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8707" y="1609366"/>
            <a:ext cx="5015094" cy="3876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algn="just"/>
            <a:r>
              <a:rPr lang="sk-SK" sz="1800" b="0" i="0" u="none" strike="noStrike" kern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Textové pole</a:t>
            </a:r>
            <a:endParaRPr lang="sk-SK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/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85934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52D4FB48-E4FB-B440-BC34-A2B828DD6E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6220" y="1609366"/>
            <a:ext cx="3077437" cy="3876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algn="just"/>
            <a:r>
              <a:rPr lang="sk-SK" sz="1800" b="0" i="0" u="none" strike="noStrike" kern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Textové pole</a:t>
            </a:r>
            <a:endParaRPr lang="sk-SK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1A08039C-0937-3943-9727-FB3A92DE27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221" y="871793"/>
            <a:ext cx="3077437" cy="6048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NADPIS</a:t>
            </a:r>
            <a:endParaRPr lang="sk-SK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CD7EC1F-E91C-A54C-8E5B-5276444133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20792" y="1609366"/>
            <a:ext cx="3077437" cy="3876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algn="just"/>
            <a:r>
              <a:rPr lang="sk-SK" sz="1800" b="0" i="0" u="none" strike="noStrike" kern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Textové pole</a:t>
            </a:r>
            <a:endParaRPr lang="sk-SK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DF69D21-6F08-A744-B186-1F9D82B710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20793" y="871793"/>
            <a:ext cx="3077437" cy="6048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NADPIS</a:t>
            </a:r>
            <a:endParaRPr lang="sk-SK" dirty="0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779C4343-199D-A341-9AB7-BDEA4FDC53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95364" y="1609366"/>
            <a:ext cx="3077437" cy="3876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algn="just"/>
            <a:r>
              <a:rPr lang="sk-SK" sz="1800" b="0" i="0" u="none" strike="noStrike" kern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Textové pole</a:t>
            </a:r>
            <a:endParaRPr lang="sk-SK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581671B3-9280-8B41-B98C-FEBE45AAD2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95365" y="871793"/>
            <a:ext cx="3077437" cy="6048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NADPIS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7110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odry okr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03248B-B0B7-E14A-8E92-363F5C5475F2}"/>
              </a:ext>
            </a:extLst>
          </p:cNvPr>
          <p:cNvSpPr/>
          <p:nvPr userDrawn="1"/>
        </p:nvSpPr>
        <p:spPr>
          <a:xfrm>
            <a:off x="6814206" y="76199"/>
            <a:ext cx="5377543" cy="678180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4CBB870-2EBE-924E-B55B-96C0E84B18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4652" y="484461"/>
            <a:ext cx="4057151" cy="34734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rgbClr val="EBA92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NADPIS</a:t>
            </a:r>
            <a:endParaRPr lang="sk-SK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7391038-2704-074F-BB6F-A5D39808ED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74153" y="904918"/>
            <a:ext cx="4057650" cy="5425168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k-SK" dirty="0"/>
              <a:t>Textové pole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FBA3A62-7F88-954E-8688-33DC8C3A32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6220" y="1609366"/>
            <a:ext cx="5396093" cy="3876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algn="just"/>
            <a:r>
              <a:rPr lang="sk-SK" sz="1800" b="0" i="0" u="none" strike="noStrike" kern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Textové pole</a:t>
            </a:r>
            <a:endParaRPr lang="sk-SK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408C93D-6981-6546-8777-BBF41BE80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221" y="871793"/>
            <a:ext cx="5396093" cy="6048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NADPIS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3136918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AEE394-3141-2D4C-BF30-130B86C132A8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BA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010734-F7A3-3A49-8FC2-1B1F5A7E96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883400" y="241300"/>
            <a:ext cx="5308600" cy="661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7C451D-D3FA-2742-8509-C0D68774399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36811" y="986019"/>
            <a:ext cx="3898177" cy="73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6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3D62D7-35B3-714C-929D-B95A5879B59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BA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292AF4-3B7D-6543-99D2-3673109FA0C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883400" y="241300"/>
            <a:ext cx="5308600" cy="6616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D3C7B9-0791-A74C-8699-5971E4B87B2B}"/>
              </a:ext>
            </a:extLst>
          </p:cNvPr>
          <p:cNvSpPr txBox="1"/>
          <p:nvPr userDrawn="1"/>
        </p:nvSpPr>
        <p:spPr>
          <a:xfrm>
            <a:off x="5070928" y="6342727"/>
            <a:ext cx="2050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D2551DA-676C-9449-B3FD-8B81DD4AA216}" type="slidenum">
              <a:rPr lang="sk-SK" sz="140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sk-SK" sz="14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57CE36-9FB1-274E-B971-C8EE9FBCBE0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3950" y="5830191"/>
            <a:ext cx="2729729" cy="51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326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5" r:id="rId3"/>
    <p:sldLayoutId id="2147483654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microsoft.com/office/2018/10/relationships/comments" Target="../comments/modernComment_104_E07FF30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microsoft.com/office/2018/10/relationships/comments" Target="../comments/modernComment_105_530874AE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microsoft.com/office/2018/10/relationships/comments" Target="../comments/modernComment_107_FF463DB1.xml"/><Relationship Id="rId3" Type="http://schemas.openxmlformats.org/officeDocument/2006/relationships/image" Target="../media/image4.jp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microsoft.com/office/2018/10/relationships/comments" Target="../comments/modernComment_108_94E7E488.xml"/><Relationship Id="rId3" Type="http://schemas.openxmlformats.org/officeDocument/2006/relationships/image" Target="../media/image8.jpg"/><Relationship Id="rId4" Type="http://schemas.openxmlformats.org/officeDocument/2006/relationships/image" Target="../media/image9.jpeg"/><Relationship Id="rId5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microsoft.com/office/2018/10/relationships/comments" Target="../comments/modernComment_10D_5A6E5FF.xml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microsoft.com/office/2018/10/relationships/comments" Target="../comments/modernComment_109_56AC780E.xml"/><Relationship Id="rId3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microsoft.com/office/2018/10/relationships/comments" Target="../comments/modernComment_10E_9CE55B0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microsoft.com/office/2018/10/relationships/comments" Target="../comments/modernComment_106_8A6BB98E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C9598572-B043-11AF-AE6D-C69B3D1A12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97911" y="1964447"/>
            <a:ext cx="9996178" cy="2037154"/>
          </a:xfrm>
        </p:spPr>
        <p:txBody>
          <a:bodyPr/>
          <a:lstStyle/>
          <a:p>
            <a:r>
              <a:t>SSMFSC – Webová aplikácia pre modelovanie FSO a FSO/RF systémov</a:t>
            </a:r>
          </a:p>
          <a:p/>
          <a:p>
            <a:r>
              <a:t>Študent: Vaše meno</a:t>
            </a:r>
          </a:p>
          <a:p>
            <a:r>
              <a:t>Vedúci práce: Meno školiteľa</a:t>
            </a:r>
          </a:p>
          <a:p>
            <a:r>
              <a:t>Technická univerzita v Košiciach</a:t>
            </a:r>
          </a:p>
          <a:p>
            <a:r>
              <a:t>Rok: 2025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CC9CE87-448B-2BAD-C1E9-8D763FA659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1471" y="4746730"/>
            <a:ext cx="4732618" cy="884387"/>
          </a:xfrm>
        </p:spPr>
        <p:txBody>
          <a:bodyPr/>
          <a:lstStyle/>
          <a:p>
            <a:r>
              <a:rPr lang="sk-SK" sz="1800" dirty="0"/>
              <a:t>Vedúci práce: doc. Ing. Ľuboš Ovseník, PhD.​</a:t>
            </a:r>
          </a:p>
          <a:p>
            <a:r>
              <a:rPr lang="sk-SK" sz="1800" dirty="0"/>
              <a:t>Konzultant práce: tituly Meno a Priezvisko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0A8136C-777D-9C6D-DBC2-9F3D34F7AE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4516" y="5776632"/>
            <a:ext cx="6669573" cy="370114"/>
          </a:xfrm>
        </p:spPr>
        <p:txBody>
          <a:bodyPr/>
          <a:lstStyle/>
          <a:p>
            <a:r>
              <a:rPr lang="sk-SK" sz="1800" dirty="0"/>
              <a:t>Katedra počítačových sietí (KPS)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6C48515F-7504-3228-0072-3A8D94C998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53680" y="6214625"/>
            <a:ext cx="3240409" cy="370114"/>
          </a:xfrm>
        </p:spPr>
        <p:txBody>
          <a:bodyPr/>
          <a:lstStyle/>
          <a:p>
            <a:r>
              <a:rPr lang="sk-SK" sz="1800" dirty="0"/>
              <a:t>Deň obhajob.2.2026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2E340582-04A1-FDB2-439D-E686C216C9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45121" y="4448422"/>
            <a:ext cx="3148968" cy="370114"/>
          </a:xfrm>
        </p:spPr>
        <p:txBody>
          <a:bodyPr/>
          <a:lstStyle/>
          <a:p>
            <a:r>
              <a:rPr lang="sk-SK" sz="1800" dirty="0"/>
              <a:t>Študent: Meno a Priezvisko</a:t>
            </a:r>
          </a:p>
        </p:txBody>
      </p:sp>
    </p:spTree>
    <p:extLst>
      <p:ext uri="{BB962C8B-B14F-4D97-AF65-F5344CB8AC3E}">
        <p14:creationId xmlns:p14="http://schemas.microsoft.com/office/powerpoint/2010/main" val="404087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54FD133F-33C6-6F02-A785-C72CAC42EB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Obsah</a:t>
            </a:r>
          </a:p>
          <a:p>
            <a:r>
              <a:t>- Ciele diplomovej práce</a:t>
            </a:r>
          </a:p>
          <a:p>
            <a:r>
              <a:t>- Teoretický rozbor</a:t>
            </a:r>
          </a:p>
          <a:p>
            <a:r>
              <a:t>- Analýza požiadaviek</a:t>
            </a:r>
          </a:p>
          <a:p>
            <a:r>
              <a:t>- Návrh architektúry</a:t>
            </a:r>
          </a:p>
          <a:p>
            <a:r>
              <a:t>- Implementácia</a:t>
            </a:r>
          </a:p>
          <a:p>
            <a:r>
              <a:t>- Testovanie</a:t>
            </a:r>
          </a:p>
          <a:p>
            <a:r>
              <a:t>- Výsledky</a:t>
            </a:r>
          </a:p>
          <a:p>
            <a:r>
              <a:t>- Záver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3BA2A84-4B80-8FFD-F431-2F34091AE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sk-SK" sz="3600" dirty="0"/>
              <a:t>Obsah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966DE498-B9B0-6222-0308-E4C720C8E520}"/>
              </a:ext>
            </a:extLst>
          </p:cNvPr>
          <p:cNvSpPr txBox="1"/>
          <p:nvPr/>
        </p:nvSpPr>
        <p:spPr>
          <a:xfrm>
            <a:off x="6076122" y="6346302"/>
            <a:ext cx="419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832321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BF4B3E1-635F-FA16-1948-BAEA0F3981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6892" y="1241704"/>
            <a:ext cx="10642657" cy="4461004"/>
          </a:xfrm>
        </p:spPr>
        <p:txBody>
          <a:bodyPr/>
          <a:lstStyle/>
          <a:p>
            <a:r>
              <a:t>Ciele diplomovej práce</a:t>
            </a:r>
          </a:p>
          <a:p>
            <a:r>
              <a:t>- Webová aplikácia SSMFSC</a:t>
            </a:r>
          </a:p>
          <a:p>
            <a:r>
              <a:t>- Modelovanie FSO a FSO/RF</a:t>
            </a:r>
          </a:p>
          <a:p>
            <a:r>
              <a:t>- Analýza spoľahlivosti</a:t>
            </a:r>
          </a:p>
          <a:p>
            <a:r>
              <a:t>- Vizualizácia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E42A5E0F-922C-4C1D-66A2-7BBF9FEE26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6221" y="470155"/>
            <a:ext cx="10207580" cy="640889"/>
          </a:xfrm>
        </p:spPr>
        <p:txBody>
          <a:bodyPr/>
          <a:lstStyle/>
          <a:p>
            <a:r>
              <a:rPr lang="sk-SK" sz="3600"/>
              <a:t>Ciele diplomovej </a:t>
            </a:r>
            <a:r>
              <a:rPr lang="sk-SK" sz="3600" dirty="0"/>
              <a:t>práce</a:t>
            </a: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523AAB90-74F3-5961-6A17-B0B1F9060005}"/>
              </a:ext>
            </a:extLst>
          </p:cNvPr>
          <p:cNvSpPr txBox="1"/>
          <p:nvPr/>
        </p:nvSpPr>
        <p:spPr>
          <a:xfrm>
            <a:off x="6076122" y="6346302"/>
            <a:ext cx="419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7664816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9D19AEE-9C19-23FD-C08C-FDFCC67CC9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6221" y="1218609"/>
            <a:ext cx="10207580" cy="4270324"/>
          </a:xfrm>
        </p:spPr>
        <p:txBody>
          <a:bodyPr/>
          <a:lstStyle/>
          <a:p>
            <a:r>
              <a:t>Teoretické základy FSO</a:t>
            </a:r>
          </a:p>
          <a:p>
            <a:r>
              <a:t>- Optická komunikácia</a:t>
            </a:r>
          </a:p>
          <a:p>
            <a:r>
              <a:t>- Vysoká rýchlosť</a:t>
            </a:r>
          </a:p>
          <a:p>
            <a:r>
              <a:t>- Citlivosť na počasie</a:t>
            </a:r>
          </a:p>
          <a:p>
            <a:r>
              <a:t>- Hybridné systémy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8C0488EA-3A78-3EC2-B00F-ECC0B4FD5D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6221" y="528406"/>
            <a:ext cx="10207580" cy="604838"/>
          </a:xfrm>
        </p:spPr>
        <p:txBody>
          <a:bodyPr/>
          <a:lstStyle/>
          <a:p>
            <a:r>
              <a:rPr lang="sk-SK" sz="3600" dirty="0"/>
              <a:t>Splnené ciele v ZS 2025/26</a:t>
            </a: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BA55601F-4B82-254E-761B-A3F063AC8496}"/>
              </a:ext>
            </a:extLst>
          </p:cNvPr>
          <p:cNvSpPr txBox="1"/>
          <p:nvPr/>
        </p:nvSpPr>
        <p:spPr>
          <a:xfrm>
            <a:off x="6076122" y="6346302"/>
            <a:ext cx="419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3930630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852D9C2-EFCF-1C93-87E2-3DB32CD7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6220" y="1672062"/>
            <a:ext cx="10041068" cy="2982299"/>
          </a:xfrm>
        </p:spPr>
        <p:txBody>
          <a:bodyPr/>
          <a:lstStyle/>
          <a:p>
            <a:r>
              <a:t>Matematické modely</a:t>
            </a:r>
          </a:p>
          <a:p>
            <a:r>
              <a:t>- Beerov zákon</a:t>
            </a:r>
          </a:p>
          <a:p>
            <a:r>
              <a:t>- Turbulencia</a:t>
            </a:r>
          </a:p>
          <a:p>
            <a:r>
              <a:t>- Štatistika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584CF042-D595-AB7F-B5F4-1760B1EC54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sk-SK" sz="3600" dirty="0"/>
              <a:t>Metalické prenosové systémy</a:t>
            </a: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DCB41E37-73EC-2C28-AEC9-4E6A780CA8BE}"/>
              </a:ext>
            </a:extLst>
          </p:cNvPr>
          <p:cNvSpPr txBox="1"/>
          <p:nvPr/>
        </p:nvSpPr>
        <p:spPr>
          <a:xfrm>
            <a:off x="6076122" y="6346302"/>
            <a:ext cx="419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/11</a:t>
            </a:r>
          </a:p>
        </p:txBody>
      </p:sp>
      <p:sp>
        <p:nvSpPr>
          <p:cNvPr id="25" name="Obdĺžnik 24">
            <a:extLst>
              <a:ext uri="{FF2B5EF4-FFF2-40B4-BE49-F238E27FC236}">
                <a16:creationId xmlns:a16="http://schemas.microsoft.com/office/drawing/2014/main" id="{7EE2A2A2-4B6F-1782-0835-534FD12A2F61}"/>
              </a:ext>
            </a:extLst>
          </p:cNvPr>
          <p:cNvSpPr/>
          <p:nvPr/>
        </p:nvSpPr>
        <p:spPr>
          <a:xfrm>
            <a:off x="5024429" y="6108434"/>
            <a:ext cx="697273" cy="278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335E9A71-FB54-41CA-EEBF-5FC7EB464E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287" y="559470"/>
            <a:ext cx="2633042" cy="1548882"/>
          </a:xfrm>
          <a:prstGeom prst="rect">
            <a:avLst/>
          </a:prstGeom>
        </p:spPr>
      </p:pic>
      <p:pic>
        <p:nvPicPr>
          <p:cNvPr id="11" name="Obrázok 10">
            <a:extLst>
              <a:ext uri="{FF2B5EF4-FFF2-40B4-BE49-F238E27FC236}">
                <a16:creationId xmlns:a16="http://schemas.microsoft.com/office/drawing/2014/main" id="{373829DE-830B-3301-A6FA-C24E6ACD38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3" r="7429"/>
          <a:stretch/>
        </p:blipFill>
        <p:spPr>
          <a:xfrm>
            <a:off x="8428543" y="2108352"/>
            <a:ext cx="2617237" cy="1162685"/>
          </a:xfrm>
          <a:prstGeom prst="rect">
            <a:avLst/>
          </a:prstGeom>
        </p:spPr>
      </p:pic>
      <p:pic>
        <p:nvPicPr>
          <p:cNvPr id="12" name="Obrázok 11">
            <a:extLst>
              <a:ext uri="{FF2B5EF4-FFF2-40B4-BE49-F238E27FC236}">
                <a16:creationId xmlns:a16="http://schemas.microsoft.com/office/drawing/2014/main" id="{E4E517C1-8660-8CA2-D724-131BF5137C2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84" b="27412"/>
          <a:stretch/>
        </p:blipFill>
        <p:spPr bwMode="auto">
          <a:xfrm>
            <a:off x="1389567" y="3891387"/>
            <a:ext cx="3020507" cy="16992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Obrázok 12">
            <a:extLst>
              <a:ext uri="{FF2B5EF4-FFF2-40B4-BE49-F238E27FC236}">
                <a16:creationId xmlns:a16="http://schemas.microsoft.com/office/drawing/2014/main" id="{26EF1887-AB5E-B6B1-341E-A3FC8C2043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714" y="3747845"/>
            <a:ext cx="6452638" cy="26142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27933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>
            <a:extLst>
              <a:ext uri="{FF2B5EF4-FFF2-40B4-BE49-F238E27FC236}">
                <a16:creationId xmlns:a16="http://schemas.microsoft.com/office/drawing/2014/main" id="{B6DB7CCA-35D6-6146-3B2C-3CE626660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6250" y="2856714"/>
            <a:ext cx="3240158" cy="2391920"/>
          </a:xfrm>
          <a:prstGeom prst="rect">
            <a:avLst/>
          </a:prstGeom>
        </p:spPr>
      </p:pic>
      <p:pic>
        <p:nvPicPr>
          <p:cNvPr id="1026" name="Picture 2" descr="Amazon.com: ZYXEL 48-Port Gigabit Ethernet Smart Switch (GS1900-48) -  Managed, Rackmount, Limited Lifetime Protection : Electronics">
            <a:extLst>
              <a:ext uri="{FF2B5EF4-FFF2-40B4-BE49-F238E27FC236}">
                <a16:creationId xmlns:a16="http://schemas.microsoft.com/office/drawing/2014/main" id="{36B0F128-107B-806D-6905-5080A7AB2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842" y="747609"/>
            <a:ext cx="4207566" cy="1590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17C20DE-B0B7-9BA6-440E-7B658F8FCC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6220" y="1609366"/>
            <a:ext cx="10207580" cy="3785593"/>
          </a:xfrm>
        </p:spPr>
        <p:txBody>
          <a:bodyPr/>
          <a:lstStyle/>
          <a:p>
            <a:r>
              <a:t>Splnené ciele v ZS</a:t>
            </a:r>
          </a:p>
          <a:p>
            <a:r>
              <a:t>- Teoretická analýza</a:t>
            </a:r>
          </a:p>
          <a:p>
            <a:r>
              <a:t>- Návrh architektúry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139403E8-8F49-2EE5-4EC5-2DC687A642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sk-SK" sz="3600" dirty="0"/>
              <a:t>Návrh siete pre firmu</a:t>
            </a: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10B60D92-A78D-3F45-FB31-A6A91D7B9F46}"/>
              </a:ext>
            </a:extLst>
          </p:cNvPr>
          <p:cNvSpPr txBox="1"/>
          <p:nvPr/>
        </p:nvSpPr>
        <p:spPr>
          <a:xfrm>
            <a:off x="6076122" y="6346302"/>
            <a:ext cx="419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/11</a:t>
            </a:r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8B13845D-41D1-DF9D-835B-84E1FC757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2137" y="4725228"/>
            <a:ext cx="5528454" cy="119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2252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2CD7BD4-A845-974F-2720-63727EF654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Analýza požiadaviek</a:t>
            </a:r>
          </a:p>
          <a:p>
            <a:r>
              <a:t>- Výpočty</a:t>
            </a:r>
          </a:p>
          <a:p>
            <a:r>
              <a:t>- Vizualizácia</a:t>
            </a:r>
          </a:p>
          <a:p>
            <a:r>
              <a:t>- Responzívnosť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6E670251-8ECB-6783-29B0-705D2DF9DB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6220" y="517337"/>
            <a:ext cx="10207580" cy="604838"/>
          </a:xfrm>
        </p:spPr>
        <p:txBody>
          <a:bodyPr/>
          <a:lstStyle/>
          <a:p>
            <a:r>
              <a:rPr lang="sk-SK" dirty="0"/>
              <a:t>Schéma budovy</a:t>
            </a: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2814C6D3-F88A-4792-A4C6-0ADC1E6235CC}"/>
              </a:ext>
            </a:extLst>
          </p:cNvPr>
          <p:cNvSpPr txBox="1"/>
          <p:nvPr/>
        </p:nvSpPr>
        <p:spPr>
          <a:xfrm>
            <a:off x="6076122" y="6346302"/>
            <a:ext cx="419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/11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7BB66A5A-E666-ABE0-27CA-1C409A50F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237" y="1089139"/>
            <a:ext cx="8471546" cy="521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39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BE2B95E-3483-1877-49F2-E47FF1667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2210" y="1609366"/>
            <a:ext cx="10207580" cy="3876675"/>
          </a:xfrm>
        </p:spPr>
        <p:txBody>
          <a:bodyPr/>
          <a:lstStyle/>
          <a:p>
            <a:r>
              <a:t>Návrh architektúry</a:t>
            </a:r>
          </a:p>
          <a:p>
            <a:r>
              <a:t>- Klient-server</a:t>
            </a:r>
          </a:p>
          <a:p>
            <a:r>
              <a:t>- REST API</a:t>
            </a:r>
          </a:p>
          <a:p>
            <a:r>
              <a:t>- Frontend / Backend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7487147A-AEF8-2206-1247-6C403EEF14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sk-SK" sz="3600" dirty="0"/>
              <a:t>Návrh simulácií siete</a:t>
            </a:r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CD6351AF-F6AD-31BF-2475-1FA90A434C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80" b="99300" l="0" r="99166">
                        <a14:foregroundMark x1="417" y1="560" x2="901" y2="31371"/>
                        <a14:foregroundMark x1="19918" y1="38378" x2="22106" y2="43417"/>
                        <a14:foregroundMark x1="22106" y1="43417" x2="20438" y2="53922"/>
                        <a14:foregroundMark x1="20574" y1="56863" x2="21376" y2="74230"/>
                        <a14:foregroundMark x1="20438" y1="53922" x2="20561" y2="56583"/>
                        <a14:foregroundMark x1="209" y1="1261" x2="30240" y2="0"/>
                        <a14:foregroundMark x1="30240" y1="0" x2="71533" y2="560"/>
                        <a14:foregroundMark x1="71533" y1="560" x2="87278" y2="420"/>
                        <a14:foregroundMark x1="87278" y1="420" x2="93431" y2="800"/>
                        <a14:foregroundMark x1="95994" y1="52347" x2="95933" y2="61204"/>
                        <a14:foregroundMark x1="95933" y1="61204" x2="89051" y2="68908"/>
                        <a14:foregroundMark x1="89051" y1="68908" x2="89572" y2="83754"/>
                        <a14:foregroundMark x1="89572" y1="83754" x2="87696" y2="95098"/>
                        <a14:foregroundMark x1="87696" y1="95098" x2="79562" y2="99580"/>
                        <a14:foregroundMark x1="79562" y1="99580" x2="25179" y2="99034"/>
                        <a14:foregroundMark x1="22296" y1="73762" x2="22628" y2="71849"/>
                        <a14:foregroundMark x1="22628" y1="71849" x2="19812" y2="57843"/>
                        <a14:foregroundMark x1="19860" y1="56583" x2="20334" y2="44118"/>
                        <a14:foregroundMark x1="19812" y1="57843" x2="19849" y2="56863"/>
                        <a14:foregroundMark x1="18721" y1="38458" x2="18420" y2="37404"/>
                        <a14:foregroundMark x1="20334" y1="44118" x2="20053" y2="43131"/>
                        <a14:foregroundMark x1="112" y1="31377" x2="1043" y2="560"/>
                        <a14:foregroundMark x1="91554" y1="7423" x2="94064" y2="13528"/>
                        <a14:foregroundMark x1="95155" y1="35474" x2="94786" y2="62325"/>
                        <a14:foregroundMark x1="94786" y1="62325" x2="88113" y2="67787"/>
                        <a14:foregroundMark x1="88113" y1="67787" x2="86653" y2="94398"/>
                        <a14:foregroundMark x1="86653" y1="94398" x2="37018" y2="99020"/>
                        <a14:foregroundMark x1="37018" y1="99020" x2="31387" y2="92017"/>
                        <a14:foregroundMark x1="31387" y1="92017" x2="36809" y2="49860"/>
                        <a14:foregroundMark x1="36809" y1="49860" x2="33785" y2="36555"/>
                        <a14:foregroundMark x1="33785" y1="36555" x2="36705" y2="15966"/>
                        <a14:foregroundMark x1="36705" y1="15966" x2="43691" y2="5462"/>
                        <a14:foregroundMark x1="43691" y1="5462" x2="60375" y2="3361"/>
                        <a14:foregroundMark x1="60375" y1="3361" x2="91345" y2="7423"/>
                        <a14:foregroundMark x1="89990" y1="3361" x2="93870" y2="9629"/>
                        <a14:backgroundMark x1="21064" y1="99860" x2="19187" y2="33754"/>
                        <a14:backgroundMark x1="19187" y1="33754" x2="417" y2="33894"/>
                        <a14:backgroundMark x1="417" y1="33894" x2="209" y2="99160"/>
                        <a14:backgroundMark x1="209" y1="99160" x2="20751" y2="99580"/>
                        <a14:backgroundMark x1="24609" y1="99440" x2="23775" y2="75210"/>
                        <a14:backgroundMark x1="23775" y1="75210" x2="18561" y2="83053"/>
                        <a14:backgroundMark x1="18561" y1="83053" x2="20959" y2="96359"/>
                        <a14:backgroundMark x1="20959" y1="96359" x2="18978" y2="99300"/>
                        <a14:backgroundMark x1="95620" y1="140" x2="99583" y2="79832"/>
                        <a14:backgroundMark x1="99583" y1="79832" x2="98019" y2="92857"/>
                        <a14:backgroundMark x1="98019" y1="92857" x2="95725" y2="560"/>
                        <a14:backgroundMark x1="18457" y1="93277" x2="24713" y2="99860"/>
                        <a14:backgroundMark x1="24713" y1="99860" x2="18040" y2="93277"/>
                        <a14:backgroundMark x1="21481" y1="56583" x2="21481" y2="56863"/>
                        <a14:backgroundMark x1="16058" y1="60504" x2="15850" y2="60224"/>
                        <a14:backgroundMark x1="13139" y1="43838" x2="16893" y2="34734"/>
                        <a14:backgroundMark x1="16893" y1="34734" x2="13556" y2="44538"/>
                        <a14:backgroundMark x1="13556" y1="44538" x2="12409" y2="445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09743" y="479796"/>
            <a:ext cx="6481648" cy="4879780"/>
          </a:xfrm>
          <a:prstGeom prst="rect">
            <a:avLst/>
          </a:prstGeom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B4A3D49A-8EAD-8410-9B0D-ED0898D710AD}"/>
              </a:ext>
            </a:extLst>
          </p:cNvPr>
          <p:cNvSpPr txBox="1"/>
          <p:nvPr/>
        </p:nvSpPr>
        <p:spPr>
          <a:xfrm>
            <a:off x="6076122" y="6346302"/>
            <a:ext cx="419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4541435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72C4736-92B6-A943-C33C-FF160757C4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6220" y="1609366"/>
            <a:ext cx="10207580" cy="4194534"/>
          </a:xfrm>
        </p:spPr>
        <p:txBody>
          <a:bodyPr/>
          <a:lstStyle/>
          <a:p>
            <a:r>
              <a:t>Návrh databázy</a:t>
            </a:r>
          </a:p>
          <a:p>
            <a:r>
              <a:t>- PostgreSQL</a:t>
            </a:r>
          </a:p>
          <a:p>
            <a:r>
              <a:t>- Systems</a:t>
            </a:r>
          </a:p>
          <a:p>
            <a:r>
              <a:t>- Meteorological data</a:t>
            </a:r>
          </a:p>
          <a:p>
            <a:r>
              <a:t>- Calculations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6D8B4CA-D230-F509-3520-83328C0886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sk-SK" dirty="0"/>
              <a:t>Predpoklady pre experimentálne merania</a:t>
            </a: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CB8AF90A-B41B-1F3B-99DF-52572C14F8C3}"/>
              </a:ext>
            </a:extLst>
          </p:cNvPr>
          <p:cNvSpPr txBox="1"/>
          <p:nvPr/>
        </p:nvSpPr>
        <p:spPr>
          <a:xfrm>
            <a:off x="6076122" y="6346302"/>
            <a:ext cx="419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6322767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244A2-9B7D-12BD-C304-3ACB3CA39D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Implementácia backendu</a:t>
            </a:r>
          </a:p>
          <a:p>
            <a:r>
              <a:t>- NestJS</a:t>
            </a:r>
          </a:p>
          <a:p>
            <a:r>
              <a:t>- TypeScript</a:t>
            </a:r>
          </a:p>
          <a:p>
            <a:r>
              <a:t>- API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0A9F8090-DC1B-7893-C79F-9846118EF9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6221" y="717755"/>
            <a:ext cx="10207580" cy="758876"/>
          </a:xfrm>
        </p:spPr>
        <p:txBody>
          <a:bodyPr/>
          <a:lstStyle/>
          <a:p>
            <a:r>
              <a:rPr lang="sk-SK" sz="3600" dirty="0"/>
              <a:t>Ciele diplomovej práce v LS 2025/26</a:t>
            </a: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9D0A6F98-8EDE-0000-61E1-218673ACA274}"/>
              </a:ext>
            </a:extLst>
          </p:cNvPr>
          <p:cNvSpPr txBox="1"/>
          <p:nvPr/>
        </p:nvSpPr>
        <p:spPr>
          <a:xfrm>
            <a:off x="6115450" y="6346302"/>
            <a:ext cx="419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3223156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E1BA18F0-A352-A08D-11CA-327B81A266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Implementácia frontendu</a:t>
            </a:r>
          </a:p>
          <a:p>
            <a:r>
              <a:t>- React</a:t>
            </a:r>
          </a:p>
          <a:p>
            <a:r>
              <a:t>- TypeScript</a:t>
            </a:r>
          </a:p>
          <a:p>
            <a:r>
              <a:t>- Tailwind</a:t>
            </a:r>
          </a:p>
        </p:txBody>
      </p:sp>
    </p:spTree>
    <p:extLst>
      <p:ext uri="{BB962C8B-B14F-4D97-AF65-F5344CB8AC3E}">
        <p14:creationId xmlns:p14="http://schemas.microsoft.com/office/powerpoint/2010/main" val="3337408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9762</TotalTime>
  <Words>392</Words>
  <Application>Microsoft Office PowerPoint</Application>
  <PresentationFormat>Širokouhlá</PresentationFormat>
  <Paragraphs>86</Paragraphs>
  <Slides>11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2</vt:i4>
      </vt:variant>
      <vt:variant>
        <vt:lpstr>Motív</vt:lpstr>
      </vt:variant>
      <vt:variant>
        <vt:i4>2</vt:i4>
      </vt:variant>
      <vt:variant>
        <vt:lpstr>Nadpisy snímok</vt:lpstr>
      </vt:variant>
      <vt:variant>
        <vt:i4>11</vt:i4>
      </vt:variant>
    </vt:vector>
  </HeadingPairs>
  <TitlesOfParts>
    <vt:vector size="15" baseType="lpstr">
      <vt:lpstr>Arial</vt:lpstr>
      <vt:lpstr>Calibri</vt:lpstr>
      <vt:lpstr>Office Theme</vt:lpstr>
      <vt:lpstr>Custom Design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Prezentacia studenti SK</dc:title>
  <dc:subject/>
  <dc:creator>FEI TUKE</dc:creator>
  <cp:keywords/>
  <dc:description/>
  <cp:lastModifiedBy>Ľuboš Ovseník</cp:lastModifiedBy>
  <cp:revision>108</cp:revision>
  <dcterms:created xsi:type="dcterms:W3CDTF">2018-05-14T18:27:22Z</dcterms:created>
  <dcterms:modified xsi:type="dcterms:W3CDTF">2025-12-10T08:13:51Z</dcterms:modified>
  <cp:category/>
</cp:coreProperties>
</file>